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respected Dr. Mahima Tayal ma'am and evaluation committee members. Today, we present 'Help on Drive' — an integrated emergency roadside assistance and on-demand personal driver booking platform developed for our MCA Major Capstone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Explain why breakdown is #1 focus. Driver hiring is planned in advance, but a vehicle breakdown is an acute emergency requiring sub-15 minute dispatch SLA.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When examiners ask why Help on Drive is needed instead of Justdial, explain that Justdial only shares unverified phone numbers without pricing, ETA, or background vetting.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objective shown on this slide is 100% implemented in our codebase, verified via automated build checks and live browser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Architecture: Explain that all 4 roles access the system through a unified JWT authentication gateway with role-based routing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basement parking jumpstart: large towing vehicles cannot enter basements with 2.1m clearance. Our technicians carry portable high-amperage jump packs.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Highlight: Drivers drive the customer's personal car. This saves 60% compared to booking commercial outstation cabs and provides maximum comfort for families.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Explain that this feature solves highway range anxiety and fuel depletion proactively before a vehicle breakdown even happens.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Explain that building this using pure CSS 3D transforms ensures 60 FPS buttery-smooth performance on any mobile device without 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Explain that the SOS feature bridges technology with societal safety, addressing female safety and solo late-night commuters.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Explain that WebSockets provide bi-directional, event-driven communication with minimal packet overhead compared to HTTP polling.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Explain that praise tags allow algorithms to rank top-performing mechanics and reward polite, reliable chauffeurs.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Explain that MongoDB 2dsphere indexing enables millisecond spatial queries for finding nearest available service providers.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Demonstrate the 1-click persona switcher to examiners so they can easily experience all 4 dashboards in under 2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Defense: State that the project uses standard MERN architecture and can be deployed to AWS/Vercel or demonstrated locally with zero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Conclusion: Thank Dr. Mahima Tayal ma'am and examiners for their time, and invite them for the live functional demo of the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548640"/>
            <a:ext cx="4480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0" y="640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KIET UNIVERSITY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931920" y="9601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DELHI-NCR, INDIA • (UGC Section 3) • Empowering Minds. Enabling Skills.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SYNOPSIS &amp; EVALUATION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ON DRIVE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Roadside Breakdown Assistance, Fuel/EV Radar &amp; On-Demand Chauffeur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3931920"/>
            <a:ext cx="4389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(STUDENTS)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45920" y="4434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AMIT KUMAR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(2628MCA0147)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AJAY KUMAR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(2628MCA0288)
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ABHISHEK SINGH BHANDARI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(2628MCA0163)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3931920"/>
            <a:ext cx="4389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(PROJECT GUIDE)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4434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Mahima Tayal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Applications (MCA)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KIET Deemed to be University, Delhi-NCR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 EVALUATION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 Hierarchy &amp; Paradigm Shift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069848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Platform Alignment: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live implementation establishes </a:t>
            </a:r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 Assistance as the #1 Primary Focus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(15-min emergency dispatch), with </a:t>
            </a:r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Chauffeur Hire as #2, </a:t>
            </a:r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live Fuel/EV Radar, 3D vehicle anatomy, and post-service ratings.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(~15m ETA)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#1: Vehicle Breakdown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8404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roadside help: Tyre puncture, battery jumpstart, emergency fuel delivery, flatbed towing, lockout &amp; minor repairs.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274320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Focus #2: Chauffeur Hire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8404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 driver hiring: 2h, 4h, full-day (8-10h), and outstation multi-day trips with RTO-verified commercial chauffeurs.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743200"/>
            <a:ext cx="3383280" cy="329184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#3: Fuel &amp; EV Radar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384048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GPS radar locating nearby Petrol Pumps &amp; EV Superchargers with live distance, amenities, and turn-by-turn routing.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MOTIVATION &amp; GAP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Real-World Mobility Crisis &amp; Market Gaps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UNREGULATED ROADSIDE BREAKDOWN ISSUES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Arrival Time Transparency: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stranded motorists wait 2 to 4 hours with zero tracking.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Extortionate Surge Pricing: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mechanics demand arbitrary non-standard roadside fees (₹2000+ for minor puncture).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Severe Highway Safety Risks: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expressway rear-end fatalities occur when vehicles are stationary in breakdown.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Basement Clearance Deadlocks: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tow trucks cannot access dead battery cars in low-clearance basement parkings.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CHAUFFEUR HIRING DILEMMAS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Unverified Safety &amp; Zero Vetting: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casual neighborhood referrals with no license check or police verification.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Inflexible Duration Tiers: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aggregators provide their own cars at high costs; no trusted service to drive the owner's personal car.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Digital Invoicing: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GST tax invoices and formalized trip logs for corporate reimbursements.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Lack of Highway Panic Mechanism: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emergency alert system during odd-hour night drives.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OBJECTIVES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 &amp; Technical Targets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Sub-15 Minute Dispatch SLA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240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geospatial matching of vehicle distress beacons with nearest certified mobile mechanics within a 3-5 km radius.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Driver Vetting Pipeline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commercial driving license verification via RTO databases, Aadhaar KYC, and automatic/luxury car proficiency checks.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Bi-Directional Telematics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617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WebSockets (Socket.IO) and Leaflet GPS mapping to stream live technician coordinates with sub-second latency and accurate ETA.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931920"/>
            <a:ext cx="512064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SOS Panic &amp; Highway Safety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6177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audio siren trigger, precise GPS coordinate broadcast to family contacts, and 1-tap connection to 112/108 services.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SYSTEM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4-Role Multi-Sided Marketplace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Vehicle Owner (User)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Virtual Garage
• 1-Click Breakdown Help
• Chauffeur Booking (2h-7d)
• Fuel &amp; EV Radar Finder
• Post-Service 5★ Feedback
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1188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Chauffeur (Driver)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6517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Online/Offline Availability
• Incoming Trip Radar
• Turn-by-turn Navigation
• Daily Earnings Wallet
• Verified Badge &amp; Profile
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5448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0936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Workshop / Garage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Breakdown Broadcast Queue
• Job Card Diagnostic Log
• Spare Parts Billing
• Towing Carrier Dispatch
• Workshop Rating Matrix
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23960" y="1554480"/>
            <a:ext cx="2560320" cy="43891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0684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006840" y="2011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Super Admin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06840" y="2651760"/>
            <a:ext cx="21945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KYC Vetting
• Dynamic Pricing Engine
• SOS Panic Command Center
• Revenue &amp; GST Analytics
• Dispute Resolution
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CORE MODULE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Module (#1 Core Focus): Roadside Assistance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Breakdown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₹499  •  15m ETA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stall, clutch failure, coolant leaks, and on-spot minor mechanical diagnosis.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Tyre &amp; Puncture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1772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₹299  •  15m ETA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1772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Tubeless puncture sealing, hydraulic jack lift, and spare wheel stepney mount.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783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Jumpstart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₹349  •  12m ETA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7532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Heavy-duty booster cables &amp; portable packs designed for tight basement parkings.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Fuel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4389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₹199 + Fuel  •  15m ETA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4663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5L pure petrol/diesel delivered in PESO-certified safety canisters directly to car.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3840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Flatbed Towing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17720" y="4389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₹1199 + ₹45/km  •  25m ETA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4663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carrier under-lift trucks ensuring zero-drag safe transport to workshop.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3840480"/>
            <a:ext cx="3383280" cy="210312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069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Lockout Help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75320" y="4389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₹399  •  18m ETA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75320" y="4663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air-wedge door unlocking when keys are left inside vehicle.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CORE MODULE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Module: On-Demand Personal Car Chauffeurs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RUN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(Quick Errand)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₹240 (₹120/hr)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trips, doctor appointments, or quick city meetings in personal car.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118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Hours (Half-Day)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₹480 (₹120/hr)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83464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sprees, family functions, airport drop/pickup, and stress-free driving.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Hours (Full Day)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₹900 Flat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83464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Full-day corporate schedule, client visits, and bumper-to-bumper office rush.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23960" y="1554480"/>
            <a:ext cx="2560320" cy="320040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1737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PRO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0068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 Outstation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6840" y="2468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₹1400/day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06840" y="2834640"/>
            <a:ext cx="2194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Scenic highway drives, hill stations, and long-distance family vacations.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93776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074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CHAUFFEUR VERIFICATION PROTOCOL: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Commercial Driving License verified via RTO databases • 2) Police background &amp; Aadhaar verification • 3) Automatic (CVT/DSG) &amp; Luxury car driving proficiency test.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TECHNICAL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#1: Near Me Fuel &amp; EV Radar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GEOLOCATION RADAR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Geolocation API: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Auto-queries device GPS latitude/longitude with high-accuracy fallbacks.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Haversine Distance Formula: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true spherical driving distances to all stations within a 5-10 km radius.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Energy Switcher: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toggle between Conventional Fuel (Petrol/Diesel: IndianOil, HPCL, BPCL) and EV Fast Superchargers (Tata Power, Zeon, Statiq).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1-Click Navigation Handoff: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dynamic Leaflet polylines and generates Google Maps turn-by-turn routing links.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4937760" cy="4480560"/>
          </a:xfrm>
          <a:prstGeom prst="roundRect">
            <a:avLst>
              <a:gd name="adj" fmla="val 3061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STATION TELEMETRY (LIVE DATA)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2103120"/>
            <a:ext cx="43891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EZ Charge 60kW CCS2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949440" y="2514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NH-24 Expressway Corridor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875520" y="2240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km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0" y="2514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Guns Available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66560" y="3246120"/>
            <a:ext cx="43891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IndianOil Swarna Jayanti Fuel Plaza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24x7 Nitrogen Air + Petrol/Diesel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0" y="3383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km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0" y="3657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24/7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66560" y="4389120"/>
            <a:ext cx="438912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Statiq HyperFast EV Hub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9440" y="4800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Delhi-Meerut Expressway Toll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8755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km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0" y="4800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120kW Supercharger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TECHNICAL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#2: 3D Exploded-View Vehicle Visualizer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48640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HARDWARE-ACCELERATED CSS 3D PERSPECTIVE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Heavy WebGL Dependencies: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heavy 50MB 3D bundles; runs on pure CSS 3D matrix transformations (perspective: 1200px, preserve-3d).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4-Layer Disassembly Anatomy: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explodes car into separate spatial elevation planes:
  - Engine &amp; Cooling System Layer
  - 4-Wheel Hydraulic Suspension &amp; Tyre Layer
  - EV Battery Pack &amp; Powertrain Layer
  - Cabin Door Lockout &amp; Air-Wedge Layer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Diagnostic Pinpoints: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Tapping any component in 3D perspective space directly triggers the matching roadside assistance booking flow.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0" y="1463040"/>
            <a:ext cx="4937760" cy="4480560"/>
          </a:xfrm>
          <a:prstGeom prst="roundRect">
            <a:avLst>
              <a:gd name="adj" fmla="val 3061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3D MATRIX ENGINE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21031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Hardware-Accelerated 3D Transform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className="preserve-3d transition-all duration-700"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style={{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transform: isExploded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? "rotateX(25deg) rotateY(-30deg) translateZ(50px)"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: "rotateX(0deg) rotateY(0deg)"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}}&gt;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&lt;EngineLayer offset={isExploded ? "-90px" : "0px"} /&gt;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&lt;BatteryPack offset={isExploded ? "+60px" : "0px"} /&gt;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&lt;TyreWheels  offset={isExploded ? "+110px" : "0px"} /&gt;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SAFETY TELEMATICS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#3: 1-Click SOS Panic &amp; MoRTH Road Safety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EMERGENCY SOS PANIC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Audible Audio Siren Alarm: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 emergency panic sound using Web Audio API oscillator synthesis.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 GPS Broadcast: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device coordinates and simulates instant distress SMS broadcast to configured family contacts (Father, Mother, Friend).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 Highway Hotline Integration: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1-tap links to 112 (Police), 108 (Ambulance), and 1033 (NHAI Expressway Helpline).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MoRTH 5 GOLDEN RULES OF ROAD SAFETY (IN FAQ)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Never Sit in a Stalled Car: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exit from the left side and stand behind the metal crash barrier on expressways.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50-100m Reflective Warning Triangle: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100km/h highway traffic sufficient braking buffer.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High-Speed Tyre Blowout Handling: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slam brakes; keep steering straight and let engine braking decelerate vehicle.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High-Beam Etiquette: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low-beam dip during oncoming traffic to avoid blinding drivers.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Zero Drowsy Driving: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plazas or hire our 24/7 on-demand night chauffeurs.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Telematics &amp; Socket.IO Event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Broadcast Dispatch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assistance:new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emits spatial event to certified mechanics in 3-5 km radius.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Live Coordinate Stream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driver:location_update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4688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phone streams coordinates with smooth Leaflet marker movement.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737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Machine Engine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status:update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24688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Enforces: pending -&gt; accepted -&gt; on_the_way -&gt; arrived -&gt; completed.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206240"/>
            <a:ext cx="10698480" cy="18288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WEBSOCKET CHAT &amp; TELEPHONY SHIELD: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customer-technician chat room scoped to booking ID (chat:message). Allows landmark clarification, photo sharing of flat tyres/leaks, and arrival confirmation without disclosing personal phone numbers, preserving user privacy.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QUALITY ASSURANCE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Post-Service Feedback, Ratings &amp; Praise Tags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REVIEW MODAL SYSTEM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5-Star Dynamic Rating: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selection with contextual labels (Terrible -&gt; Exceptional).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1-Tap Instant Praise Tags:
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[⚡ 15-Min Fast Arrival]  [🔧 Professional Fix]
  [🤝 Very Polite]  [💯 Fair Pricing]  [🛡️ Safe Care]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Celebratory Confetti Animation: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canvas-confetti upon submission for positive reinforcement.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TOUCHPOINTS IN APPLICATION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Live Tracking Screen: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Celebratory banner appears instantly when status becomes "completed", inviting user to rate service.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My Bookings Dynamic Button: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"⭐ Rate Service" button for pending reviews or "✓ Rated 5★" badge once submitted.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Homepage Verified Showcase: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verified driver reviews across Yamuna Expressway, Airport terminals, and city corridors.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BILLING &amp; DATABASE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 &amp; MongoDB Database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ALGORITHMS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Roadside Assistance Formula:
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Base Diagnostic + (Distance × ₹45/km) + Service Add-on + 18% GST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Chauffeur Booking Formula:
</a:t>
            </a:r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= (Hours × ₹120) + Platform Fee (₹50) + 5% GST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Printable GST Invoice:
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Generates digital tax invoice with HSN/SAC codes, vehicle number, and transaction receipt.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MONGODB COLLECTIONS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credentials, roles, profile avatar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vehicles: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number, brand, model, fuel type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assistancerequests: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Geo-coordinates, service type, live status, charges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driverbookings: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hours, pickup location, fare breakdown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ratings, praise tags, comments, target ID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emergencycontacts: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relatives for 1-tap SOS SMS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PRESENTATION &amp;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Evaluator Demo Mode &amp; Enterprise Security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EVALUATOR PERSONA SWITCHER (IN /LOGIN)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examiners to evaluate all 4 platform roles instantly without manual credential typing: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56032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6517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 (Rahul)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28803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breakdown booking, chauffeur hiring &amp; ratings.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5840" y="333756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4290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👨‍✈️ Chauffeur (Rajesh)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43000" y="3657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trip acceptance, live map &amp; wallet earnings.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411480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206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👨‍🔧 Workshop (SpeedFix)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3000" y="4434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breakdown callouts &amp; mechanic dispatch.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05840" y="4892040"/>
            <a:ext cx="4572000" cy="68580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98348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Super Admin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43000" y="52120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system analytics, KYC verification &amp; SOS console.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0936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645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 SPECIFICATIONS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201168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256-Bit Signed JWT Authentication: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session tokens stored securely in browser localStorage, auto-expiring in 30 days.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Password Hashing: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encrypted using 10 cryptographic salt rounds. Plaintext passwords never stored.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Sensitive Leakage: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Mongoose queries explicitly exclude { password: 0 } on user query returns.
</a:t>
            </a:r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 Sanitization: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against NoSQL query injection and Cross-Site Scripting (XSS).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ENGINEERING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MERN Implementation Specs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• KIET Deemed to be University • MCA Capstone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18.2, Vite 5, Tailwind CSS, Lucide-React, Canvas-Confetti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1488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LTS, Express.js 4, Socket.IO 4.7, JWT, Bcrypt.js, Multer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(NoSQL), Mongoose 8 ODM, 2dsphere Geo-Indexing, Atlas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23960" y="1554480"/>
            <a:ext cx="2560320" cy="292608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1737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&amp; Geolocation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214884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Geolocation API, Leaflet.js, OpenStreetMap, Google Maps Handoff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" y="475488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937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REPOSITORY &amp; VERIFICATION METRICS: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05840" y="5212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GitHub Repository: </a:t>
            </a:r>
            <a:pPr indent="0" marL="0">
              <a:buNone/>
            </a:pPr>
            <a:r>
              <a:rPr lang="en-US" sz="1000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https://github.com/Amit12kumar1/Help_on_Drive.git (Branch: main)
</a:t>
            </a:r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Build: </a:t>
            </a:r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1694 modules transformed with 0 build errors via Vite 5 • 100% Responsive from Mobile to 4K Desktop.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CONCLUSION &amp; DEFENSE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ANY QUESTIONS?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828800" y="21945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On Drive successfully bridges India's emergency highway mobility and personal driver hiring gap through a unified, secure, real-time MERN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301752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3566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 primary breakdown dispatch with transparent flat pricing.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301752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Chauffeurs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3566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 commercial license &amp; background verified personal car drivers.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301752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Radar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3566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Me Fuel/EV radar, 3D anatomy &amp; 1-tap SOS panic siren.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KIET Deemed to be University, Delhi-NCR  •  Department of Computer Applications (MCA)
</a:t>
            </a:r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Kumar (2628MCA0147)  |  Ajay Kumar (2628MCA0288)  |  Abhishek Singh Bhandari (2628MCA0163)
</a:t>
            </a:r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Esteemed Guidance of: Dr. Mahima Tayal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KIET Deemed to be University, Delhi-NCR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 ON DRIVE - Project Presentation</dc:title>
  <dc:subject>MCA Major Capstone Project 2026</dc:subject>
  <dc:creator>Amit Kumar, Ajay Kumar, Abhishek Singh Bhandari</dc:creator>
  <cp:lastModifiedBy>Amit Kumar, Ajay Kumar, Abhishek Singh Bhandari</cp:lastModifiedBy>
  <cp:revision>1</cp:revision>
  <dcterms:created xsi:type="dcterms:W3CDTF">2026-09-24T18:28:12Z</dcterms:created>
  <dcterms:modified xsi:type="dcterms:W3CDTF">2026-09-24T18:28:12Z</dcterms:modified>
</cp:coreProperties>
</file>